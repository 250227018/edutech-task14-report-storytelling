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Sales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6E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0.74</c:v>
                </c:pt>
                <c:pt idx="2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Profit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by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C6EF5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Government</c:v>
                </c:pt>
                <c:pt idx="1">
                  <c:v>Small Business</c:v>
                </c:pt>
                <c:pt idx="2">
                  <c:v>Enterprise</c:v>
                </c:pt>
                <c:pt idx="3">
                  <c:v>Midmarket</c:v>
                </c:pt>
                <c:pt idx="4">
                  <c:v>Channel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11.4</c:v>
                </c:pt>
                <c:pt idx="1">
                  <c:v>4.2</c:v>
                </c:pt>
                <c:pt idx="2">
                  <c:v>3.5</c:v>
                </c:pt>
                <c:pt idx="3">
                  <c:v>2.8</c:v>
                </c:pt>
                <c:pt idx="4">
                  <c:v>1.6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4C6EF5">
              <a:alpha val="25000"/>
            </a:srgbClr>
          </a:solidFill>
          <a:ln w="12700">
            <a:solidFill>
              <a:srgbClr val="4C6EF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Report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EduTech Solutions  |  Task 14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Tiwari  •  M.Sc. Data Science, HBTU Kanpur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Demonstrated: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Scikit-learn, Matplotlib, SciPy, Statsmodels)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Interactive Dashboards &amp; KPI Tracking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(SQLite) — Database Queries, JOINs, GROUP BY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Linear Regression, K-Means Clustering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— A/B Testing, Hypothesis Testing, ADF Test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&amp;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&amp; Dashboard Creation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(Kaggle)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Pie, Area, KPI Cards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Region, Category, Date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0" y="1188720"/>
          <a:ext cx="4297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Technology drives the highest revenue among all product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&amp;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SQL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Feature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Housing Prices (Kaggle)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on categorical columns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 columns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term: area × bedrooms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Engineered CSV saved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 w="12700">
            <a:solidFill>
              <a:srgbClr val="FDDC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SQL Queries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Python SQLite3 + Pandas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basic data retrieval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customers + orders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all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category wise 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— high-value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Analysis — Financial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98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$118.7M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98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$16.9M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298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1,125,806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65760" y="26517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754880" y="265176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segment contributes highest profit (largest share)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 shows consistent sales peaks every year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Country, Year, Segment for interactive filtering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&amp;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&amp; Customer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— Time Series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AAPL Stock Market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&amp; 90-day Moving Averages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 for stationarity check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 (Trend + Seasonality + Residual)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Matplotlib, Statsmodels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— Customer Segmentation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Mall Customers (Kaggle)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RFM-style: Age, Income, Spending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→ optimal K=5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(5 segments)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customers: High income + High spending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report saved as CSV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 &amp;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&amp; A/B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 — Predictive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Marketing (YouTube, Facebook, Newspaper → Sales)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 (Scikit-learn)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Split: 80% / 20%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RMSE + R²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YouTube ads most effective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.pkl file (Joblib)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13 — A/B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Website Traffic A/B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difference between Group A &amp; 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Significant difference exists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 (Scipy)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vs alpha (0.05) comparison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calculated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comparison chart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generates highest sales across all regions in Superstore data.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508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advertising has strongest correlation with sales — allocate budget accordingly.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customer segments identified — premium customers need exclusive loyalty offers.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 is consistently the highest revenue period — plan inventory &amp; campaigns early.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Leader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segment is the most profitable — prioritize B2G (Business-to-Government) deals.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4069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ensures data-driven decisions rather than gut-feel changes to the website.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SciPy, Statsmodels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Slicers,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17373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SELECT,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GROUP BY,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05156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Office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49440" y="17373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Presentation,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Reports,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Documentation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Analytics Lifecycle: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→  Cleaning  →  EDA  →  Visualization  →  ML Modeling  → 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4C6EF5">
              <a:alpha val="20000"/>
            </a:srgbClr>
          </a:solidFill>
          <a:ln w="12700">
            <a:solidFill>
              <a:srgbClr val="4C6EF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 |  EduTech Solutions  |  June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3657600" cy="18288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Tiwari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Data Science — HBTU Kanpur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Internship - Final Report</dc:title>
  <dc:subject>PptxGenJS Presentation</dc:subject>
  <dc:creator>PptxGenJS</dc:creator>
  <cp:lastModifiedBy>PptxGenJS</cp:lastModifiedBy>
  <cp:revision>1</cp:revision>
  <dcterms:created xsi:type="dcterms:W3CDTF">2026-07-02T06:52:59Z</dcterms:created>
  <dcterms:modified xsi:type="dcterms:W3CDTF">2026-07-02T06:52:59Z</dcterms:modified>
</cp:coreProperties>
</file>